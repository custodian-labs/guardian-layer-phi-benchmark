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CUSTODIAN LABS · GUARDIAN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8211E"/>
                </a:solidFill>
                <a:latin typeface="Georgia"/>
              </a:rPr>
              <a:t>Does our privacy swap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4600" b="1" i="1">
                <a:solidFill>
                  <a:srgbClr val="0F6E5C"/>
                </a:solidFill>
                <a:latin typeface="Georgia"/>
              </a:rPr>
              <a:t>keep the data usable?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5C6B64"/>
                </a:solidFill>
                <a:latin typeface="Georgia"/>
              </a:rPr>
              <a:t>We hide personal details by swapping them for realistic stand-ins. This is the test of whether anything downstream breaks.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9436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05332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64"/>
                </a:solidFill>
                <a:latin typeface="Consolas"/>
              </a:rPr>
              <a:t>Tested on 1,750 real documents across 7 datasets and 7 languages.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01 · WHAT THE TOOL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8211E"/>
                </a:solidFill>
                <a:latin typeface="Georgia"/>
              </a:rPr>
              <a:t>It doesn’t black out personal info — it swaps it for a realistic fake of the same kind.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0881360" cy="2468880"/>
          </a:xfrm>
          <a:prstGeom prst="rect">
            <a:avLst/>
          </a:prstGeom>
          <a:solidFill>
            <a:srgbClr val="F3F5F3"/>
          </a:solidFill>
          <a:ln w="12700">
            <a:solidFill>
              <a:srgbClr val="C5C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64"/>
                </a:solidFill>
                <a:latin typeface="Consolas"/>
              </a:rPr>
              <a:t>BEFORE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BD5B36"/>
                </a:solidFill>
                <a:latin typeface="Consolas"/>
              </a:rPr>
              <a:t>…a 34-year-old female treated by Anna S. at Methodist Hospital on April 12, 2023.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C6B64"/>
                </a:solidFill>
                <a:latin typeface="Consolas"/>
              </a:rPr>
              <a:t>AFTER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0F6E5C"/>
                </a:solidFill>
                <a:latin typeface="Consolas"/>
              </a:rPr>
              <a:t>…a 35-year-old female treated by Maria S. at Methodist Hospital on March 13, 2021.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64"/>
                </a:solidFill>
                <a:latin typeface="Georgia"/>
              </a:rPr>
              <a:t>Real name → fake name · real date → fake date. The sentence still reads normally, so anything that processed the original still works on the swapped 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02 · THE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8000" b="1" i="0">
                <a:solidFill>
                  <a:srgbClr val="0F6E5C"/>
                </a:solidFill>
                <a:latin typeface="Consolas"/>
              </a:rPr>
              <a:t>97–100%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C6B64"/>
                </a:solidFill>
                <a:latin typeface="Consolas"/>
              </a:rPr>
              <a:t>OF THE TIME, THE SWAPPED INFO IS STILL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92024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400" b="1" i="0">
                <a:solidFill>
                  <a:srgbClr val="18211E"/>
                </a:solidFill>
                <a:latin typeface="Georgia"/>
              </a:rPr>
              <a:t>The swap doesn’t hide the data from other tools.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18211E"/>
                </a:solidFill>
                <a:latin typeface="Georgia"/>
              </a:rPr>
              <a:t>After swapping, other AI tools still spot the sensitive details — in the same place, almost every time. We checked this across 9 different tools.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C6B64"/>
                </a:solidFill>
                <a:latin typeface="Georgia"/>
              </a:rPr>
              <a:t>And the structure is untouched: medical notes, forms, even raw data files keep their exact format. Nothing downstream breaks.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03 · IT HOLDS ACROSS FORMATS &amp;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881360" cy="1508760"/>
          </a:xfrm>
          <a:prstGeom prst="rect">
            <a:avLst/>
          </a:prstGeom>
          <a:solidFill>
            <a:srgbClr val="F3F5F3"/>
          </a:solidFill>
          <a:ln w="12700">
            <a:solidFill>
              <a:srgbClr val="C5C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5C6B64"/>
                </a:solidFill>
                <a:latin typeface="Consolas"/>
              </a:rPr>
              <a:t>DOCTOR’S SHORTHAND NOTE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D5B36"/>
                </a:solidFill>
                <a:latin typeface="Consolas"/>
              </a:rPr>
              <a:t>before   70yo M, seen by Dr. John L. at Mt. Sinai on Feb 21, 2023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6E5C"/>
                </a:solidFill>
                <a:latin typeface="Consolas"/>
              </a:rPr>
              <a:t>after    73 yo M, seen by Dr. James L. at Mt. Egypt on Nov 19, 2021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C6B64"/>
                </a:solidFill>
                <a:latin typeface="Georgia"/>
              </a:rPr>
              <a:t>Even messy clinical abbreviations stay intact — only the personal details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10881360" cy="1508760"/>
          </a:xfrm>
          <a:prstGeom prst="rect">
            <a:avLst/>
          </a:prstGeom>
          <a:solidFill>
            <a:srgbClr val="F3F5F3"/>
          </a:solidFill>
          <a:ln w="12700">
            <a:solidFill>
              <a:srgbClr val="C5C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90672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5C6B64"/>
                </a:solidFill>
                <a:latin typeface="Consolas"/>
              </a:rPr>
              <a:t>GERMAN RECORD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D5B36"/>
                </a:solidFill>
                <a:latin typeface="Consolas"/>
              </a:rPr>
              <a:t>before   …ermächtigen hiermit Monsignore … Mit Datum 23/07/2011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6E5C"/>
                </a:solidFill>
                <a:latin typeface="Consolas"/>
              </a:rPr>
              <a:t>after    …ermächtigen hiermit Fulgenzio … Mit Datum 24/07/2011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C6B64"/>
                </a:solidFill>
                <a:latin typeface="Georgia"/>
              </a:rPr>
              <a:t>Works the same across languages.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709160"/>
            <a:ext cx="10881360" cy="1508760"/>
          </a:xfrm>
          <a:prstGeom prst="rect">
            <a:avLst/>
          </a:prstGeom>
          <a:solidFill>
            <a:srgbClr val="F3F5F3"/>
          </a:solidFill>
          <a:ln w="12700">
            <a:solidFill>
              <a:srgbClr val="C5C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28032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5C6B64"/>
                </a:solidFill>
                <a:latin typeface="Consolas"/>
              </a:rPr>
              <a:t>A RAW DATA FILE (JSON)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BD5B36"/>
                </a:solidFill>
                <a:latin typeface="Consolas"/>
              </a:rPr>
              <a:t>before   { "Date": "20/05/2022", "City": "Saint-Priest", "User": "phprosdocimo" }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6E5C"/>
                </a:solidFill>
                <a:latin typeface="Consolas"/>
              </a:rPr>
              <a:t>after    { "Date": "21/05/2023", "City": "Saint-Priest", "User": "phprosdocimo" }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C6B64"/>
                </a:solidFill>
                <a:latin typeface="Georgia"/>
              </a:rPr>
              <a:t>The file format is preserved exactly — only the private value is swapped, so systems that read it never break.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6E5C"/>
                </a:solidFill>
                <a:latin typeface="Consolas"/>
              </a:rPr>
              <a:t>04 · ONE HONEST NOTE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10881360" cy="2794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600" b="1" i="0">
                <a:solidFill>
                  <a:srgbClr val="18211E"/>
                </a:solidFill>
                <a:latin typeface="Georgia"/>
              </a:rPr>
              <a:t>How much it swaps depends on the data.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C6B64"/>
                </a:solidFill>
                <a:latin typeface="Georgia"/>
              </a:rPr>
              <a:t>The tool is tuned for genuinely private information. On real medical records it swaps most of it; on general text it swaps less, because many names there aren’t actually private.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8211E"/>
                </a:solidFill>
                <a:latin typeface="Georgia"/>
              </a:rPr>
              <a:t>Real medical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33832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0F6E5C"/>
                </a:solidFill>
                <a:latin typeface="Georgia"/>
              </a:rPr>
              <a:t>~80% of personal details swapped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8211E"/>
                </a:solidFill>
                <a:latin typeface="Georgia"/>
              </a:rPr>
              <a:t>General / encyclopedic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069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BD5B36"/>
                </a:solidFill>
                <a:latin typeface="Georgia"/>
              </a:rPr>
              <a:t>less — those names aren’t private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C6B64"/>
                </a:solidFill>
                <a:latin typeface="Georgia"/>
              </a:rPr>
              <a:t>Important: the “still found 97–100%” result is measured only on the details it does swap — so the two points are kept separate and don’t prop each other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0F6E5C"/>
                </a:solidFill>
                <a:latin typeface="Consolas"/>
              </a:rPr>
              <a:t>Bottom line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The swap protects privacy without breaking the data.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5CDC8"/>
                </a:solidFill>
                <a:latin typeface="Georgia"/>
              </a:rPr>
              <a:t>Sensitive details are replaced by realistic stand-ins, the format is preserved exactly, and downstream tools keep working as before.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6E5C"/>
                </a:solidFill>
                <a:latin typeface="Consolas"/>
              </a:rPr>
              <a:t>See it live → custodianai.pages.dev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