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CUSTODIAN LABS · GUARDIAN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4400" b="1" i="0">
                <a:solidFill>
                  <a:srgbClr val="18211E"/>
                </a:solidFill>
                <a:latin typeface="Georgia"/>
              </a:rPr>
              <a:t>Does the privacy swap</a:t>
            </a:r>
          </a:p>
          <a:p>
            <a:pPr>
              <a:spcAft>
                <a:spcPts val="600"/>
              </a:spcAft>
            </a:pPr>
            <a:r>
              <a:rPr sz="4400" b="1" i="1">
                <a:solidFill>
                  <a:srgbClr val="0F6E5C"/>
                </a:solidFill>
                <a:latin typeface="Georgia"/>
              </a:rPr>
              <a:t>keep data usable?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01 · WHAT IT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600" b="1" i="0">
                <a:solidFill>
                  <a:srgbClr val="18211E"/>
                </a:solidFill>
                <a:latin typeface="Georgia"/>
              </a:rPr>
              <a:t>It swaps real info for a realistic fake.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1737360"/>
          </a:xfrm>
          <a:prstGeom prst="rect">
            <a:avLst/>
          </a:prstGeom>
          <a:solidFill>
            <a:srgbClr val="F3F5F3"/>
          </a:solidFill>
          <a:ln w="12700">
            <a:solidFill>
              <a:srgbClr val="C5C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800" b="0" i="0">
                <a:solidFill>
                  <a:srgbClr val="BD5B36"/>
                </a:solidFill>
                <a:latin typeface="Consolas"/>
              </a:rPr>
              <a:t>Anna S. ,  April 12 2023 ,  Methodist Hospital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F6E5C"/>
                </a:solidFill>
                <a:latin typeface="Consolas"/>
              </a:rPr>
              <a:t>Maria S. ,  March 13 2021 ,  Methodist Hospital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02 · THE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0" b="1" i="0">
                <a:solidFill>
                  <a:srgbClr val="0F6E5C"/>
                </a:solidFill>
                <a:latin typeface="Consolas"/>
              </a:rPr>
              <a:t>97–100%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5C6B64"/>
                </a:solidFill>
                <a:latin typeface="Georgia"/>
              </a:rPr>
              <a:t>the swapped info is still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46888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 i="0">
                <a:solidFill>
                  <a:srgbClr val="18211E"/>
                </a:solidFill>
                <a:latin typeface="Georgia"/>
              </a:rPr>
              <a:t>Change is statistically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18211E"/>
                </a:solidFill>
                <a:latin typeface="Georgia"/>
              </a:rPr>
              <a:t>negligible — within ±2 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03 · HOLDS ACROSS FORMATS &amp; LANGUAGES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BD5B36"/>
                </a:solidFill>
                <a:latin typeface="Consolas"/>
              </a:rPr>
              <a:t>70yo M, Dr. John L., Mt. Sinai, Feb 21 2023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F6E5C"/>
                </a:solidFill>
                <a:latin typeface="Consolas"/>
              </a:rPr>
              <a:t>73yo M, Dr. James L., Mt. Egypt, Nov 19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BD5B36"/>
                </a:solidFill>
                <a:latin typeface="Consolas"/>
              </a:rPr>
              <a:t>German:  ... Monsignore ... 23/07/2011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F6E5C"/>
                </a:solidFill>
                <a:latin typeface="Consolas"/>
              </a:rPr>
              <a:t>        ... Fulgenzio ... 24/07/2011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BD5B36"/>
                </a:solidFill>
                <a:latin typeface="Consolas"/>
              </a:rPr>
              <a:t>JSON:  {"Date":"20/05/2022","City":"Saint-Priest"}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F6E5C"/>
                </a:solidFill>
                <a:latin typeface="Consolas"/>
              </a:rPr>
              <a:t>       {"Date":"21/05/2023","City":"Saint-Priest"}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5C6B64"/>
                </a:solidFill>
                <a:latin typeface="Georgia"/>
              </a:rPr>
              <a:t>Only the private value changes — the format stays exact.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Protects privacy.</a:t>
            </a:r>
          </a:p>
          <a:p>
            <a:pPr>
              <a:spcAft>
                <a:spcPts val="600"/>
              </a:spcAft>
            </a:pPr>
            <a:r>
              <a:rPr sz="3600" b="1" i="1">
                <a:solidFill>
                  <a:srgbClr val="0F6E5C"/>
                </a:solidFill>
                <a:latin typeface="Georgia"/>
              </a:rPr>
              <a:t>Doesn’t break the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0F6E5C"/>
                </a:solidFill>
                <a:latin typeface="Consolas"/>
              </a:rPr>
              <a:t>custodianai.pages.dev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